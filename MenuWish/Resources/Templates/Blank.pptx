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8e920e40a544bc" /><Relationship Type="http://schemas.openxmlformats.org/officeDocument/2006/relationships/extended-properties" Target="/docProps/app.xml" Id="R0765526622da4492" /><Relationship Type="http://schemas.openxmlformats.org/officeDocument/2006/relationships/officeDocument" Target="/ppt/presentation.xml" Id="R403dc8e8caf742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4e60446b3e4fdb"/>
  </p:sldMasterIdLst>
  <p:notesMasterIdLst>
    <p:notesMasterId xmlns:r="http://schemas.openxmlformats.org/officeDocument/2006/relationships" r:id="Rcfc55f39dead4d08"/>
  </p:notesMasterIdLst>
  <p:sldIdLst>
    <p:sldId xmlns:r="http://schemas.openxmlformats.org/officeDocument/2006/relationships" id="256" r:id="Rb9c3bfcb977c4c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8c0fc73b9c4a1a" /><Relationship Type="http://schemas.openxmlformats.org/officeDocument/2006/relationships/slideMaster" Target="/ppt/slideMasters/slideMaster1.xml" Id="Re14e60446b3e4fdb" /><Relationship Type="http://schemas.openxmlformats.org/officeDocument/2006/relationships/notesMaster" Target="/ppt/notesMasters/notesMaster1.xml" Id="Rcfc55f39dead4d08" /><Relationship Type="http://schemas.openxmlformats.org/officeDocument/2006/relationships/presProps" Target="/ppt/presProps.xml" Id="R14910de0ac754b95" /><Relationship Type="http://schemas.openxmlformats.org/officeDocument/2006/relationships/tableStyles" Target="/ppt/tableStyles.xml" Id="Rb0223c6580d34635" /><Relationship Type="http://schemas.openxmlformats.org/officeDocument/2006/relationships/slide" Target="/ppt/slides/slide1.xml" Id="Rb9c3bfcb977c4c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81256df5764a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a2180ef562423b" /><Relationship Type="http://schemas.openxmlformats.org/officeDocument/2006/relationships/notesMaster" Target="/ppt/notesMasters/notesMaster1.xml" Id="Ra5345eb1099b43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196dd626c43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38160741e41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e10501bbb40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5422ea70845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325ba332449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17dea5c944c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25E57F-0B71-4E13-8F3C-24604ED9D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985C3C-D2BC-49EC-A9A0-35B7720CD1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32551-CB53-42D4-B052-6CF57BEB3C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80F2F9-1F68-41C2-8426-202067DBC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321D97-2D8B-48AD-B740-F1DF4CBFC7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7FDCA2-4889-4A44-AF91-11C95028A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82BF19-B0BF-4F16-9E16-873ADE0A58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39CF31-94FB-4B74-B026-2C1206A560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260D29-13E9-4A4B-AEE0-69237021A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7C2609-70B4-4EA6-93AA-E1F97ADFD1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e05046c68446e6" /><Relationship Type="http://schemas.openxmlformats.org/officeDocument/2006/relationships/slideLayout" Target="/ppt/slideLayouts/slideLayout1.xml" Id="R38047c7d6b97419c" /><Relationship Type="http://schemas.openxmlformats.org/officeDocument/2006/relationships/slideLayout" Target="/ppt/slideLayouts/slideLayout2.xml" Id="R5b5479152bdf4b5f" /><Relationship Type="http://schemas.openxmlformats.org/officeDocument/2006/relationships/slideLayout" Target="/ppt/slideLayouts/slideLayout3.xml" Id="Rf7a59ff3480948b7" /><Relationship Type="http://schemas.openxmlformats.org/officeDocument/2006/relationships/slideLayout" Target="/ppt/slideLayouts/slideLayout4.xml" Id="Reb0e3951dad24042" /><Relationship Type="http://schemas.openxmlformats.org/officeDocument/2006/relationships/slideLayout" Target="/ppt/slideLayouts/slideLayout5.xml" Id="Rd4b17c9cb7594d65" /><Relationship Type="http://schemas.openxmlformats.org/officeDocument/2006/relationships/slideLayout" Target="/ppt/slideLayouts/slideLayout6.xml" Id="R5ef37b7d7d924f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047c7d6b97419c"/>
    <p:sldLayoutId xmlns:r="http://schemas.openxmlformats.org/officeDocument/2006/relationships" id="2147483650" r:id="R5b5479152bdf4b5f"/>
    <p:sldLayoutId xmlns:r="http://schemas.openxmlformats.org/officeDocument/2006/relationships" id="2147483651" r:id="Rf7a59ff3480948b7"/>
    <p:sldLayoutId xmlns:r="http://schemas.openxmlformats.org/officeDocument/2006/relationships" id="2147483652" r:id="Reb0e3951dad24042"/>
    <p:sldLayoutId xmlns:r="http://schemas.openxmlformats.org/officeDocument/2006/relationships" id="2147483653" r:id="Rd4b17c9cb7594d65"/>
    <p:sldLayoutId xmlns:r="http://schemas.openxmlformats.org/officeDocument/2006/relationships" id="2147483654" r:id="R5ef37b7d7d924f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ca2954d034e9e" /><Relationship Type="http://schemas.openxmlformats.org/officeDocument/2006/relationships/notesSlide" Target="/ppt/notesSlides/notesSlide1.xml" Id="R0130e99e00d24a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35268620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/>
  <dcterms:created xsi:type="dcterms:W3CDTF">2026-10-19T02:00:32.9850000Z</dcterms:created>
  <dcterms:modified xsi:type="dcterms:W3CDTF">2026-10-19T02:00:32.9850000Z</dcterms:modified>
</coreProperties>
</file>